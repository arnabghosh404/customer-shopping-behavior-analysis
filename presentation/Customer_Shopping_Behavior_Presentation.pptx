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Libre Baskerville"/>
      <p:regular r:id="rId201316"/>
    </p:embeddedFont>
    <p:embeddedFont>
      <p:font typeface="Libre Baskervil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9.png"/><Relationship Id="rId12" Type="http://schemas.openxmlformats.org/officeDocument/2006/relationships/image" Target="../media/image-10-10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of 3,900 retail transactions to uncover purchasing patterns, product performance, and revenue trends using Python, MySQL, and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7963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435224"/>
            <a:ext cx="2290465" cy="1733624"/>
          </a:xfrm>
          <a:prstGeom prst="roundRect">
            <a:avLst>
              <a:gd name="adj" fmla="val 343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581745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Scope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888257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customer records, 18 columns covering demographics, purchases, payments, shipping, and reviews.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435224"/>
            <a:ext cx="2290539" cy="1733624"/>
          </a:xfrm>
          <a:prstGeom prst="roundRect">
            <a:avLst>
              <a:gd name="adj" fmla="val 343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581745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888257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purchasing patterns, product performance, and revenue trends to inform marketing, engagement, and inventory planning.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10607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45712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763640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cleaning &amp; EDA in Python (Pandas), business analysis in MySQL, interactive visualization in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Summary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82366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145581"/>
            <a:ext cx="2628230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records: 3,900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columns: 18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demographics, item, category, purchase_amount, season, review_rating, shipping, discounts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missing values in Review Rating (handled)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EDA &amp; Preprocessing (Python)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84586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199772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into Pandas DataFrame; used df.info(), df.describe(), df.isnull().sum().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684586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42842" y="1888778"/>
            <a:ext cx="4005039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5"/>
          <p:cNvSpPr/>
          <p:nvPr/>
        </p:nvSpPr>
        <p:spPr>
          <a:xfrm>
            <a:off x="4642842" y="199772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42842" y="230423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missing review ratings filled via category-wise median imputation to preserve trends.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23592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8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 for readability and SQL friendliness.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23592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1"/>
          <p:cNvSpPr/>
          <p:nvPr/>
        </p:nvSpPr>
        <p:spPr>
          <a:xfrm>
            <a:off x="4642842" y="333672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and purchase_frequency_days to support segmentation and time-based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Cleaned Dataset Export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271340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Workflow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634555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Saved cleaned CSV → imported into MySQL for business queries → used as Power BI data source for the interactive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276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 — Revenue &amp; Category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52254"/>
            <a:ext cx="1156246" cy="1156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9544" y="2552254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829544" y="2858765"/>
            <a:ext cx="2653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Clothing: 104,264 • Accessories: 74,200 • Footwear: 36,093 • Outerwear: 18,524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2552254"/>
            <a:ext cx="1156320" cy="1156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94053" y="2552254"/>
            <a:ext cx="26538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 Non-Subscribers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94053" y="3080221"/>
            <a:ext cx="26538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purchase: Subscribers $59.49 (total 62,645) • Non-subscribers $59.87 (total 170,436)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873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 — Product &amp; Customer Rankings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97310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97310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2003822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3.86 • Sandals 3.84 • Boots 3.82 • Hat 3.80 • Handbag 3.78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40968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740968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Sales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3047479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items per category identified via DENSE_RANK (e.g., Blouse &amp; Pants top Clothing; Sandals top Footwear).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84625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784625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Customers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4091136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customers tied at total_amount 100 (ranked via ROW_NUMBER).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 — Patterns &amp;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981646"/>
            <a:ext cx="2628230" cy="1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High-sales / low-rating products: Blouse, Shirt, Shorts, Dress, Sunglasses, Pants, Scarf — strong sales despite lower average ratings.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segment: Loyal $185,517 • Returning $42,711 • New $4,853.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by gender: Male $157,890 • Female $75,191.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34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 Highlights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28465"/>
            <a:ext cx="5177582" cy="274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105620"/>
            <a:ext cx="262823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 with KPIs, slicers, and visuals for subscription distribution (Yes 27% / No 73%), revenue by category, orders by category, revenue and customer counts by age group, and average metrics (customers 3.9K, avg purchase $59.76, avg rating 3.75).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10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 &amp; Conclusion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94408"/>
            <a:ext cx="1950616" cy="1545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5995" y="1237134"/>
            <a:ext cx="1608013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Strengthen Subscriptions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5995" y="1708324"/>
            <a:ext cx="160801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 benefits and promotions to grow subscriber base and retention.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3118" y="1094408"/>
            <a:ext cx="1950690" cy="15451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62994" y="1237134"/>
            <a:ext cx="1608088" cy="6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Prioritize High-Revenue Categories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762994" y="1909018"/>
            <a:ext cx="160808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Boost inventory, marketing, and promotions for Clothing and Accessories.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0192" y="1094408"/>
            <a:ext cx="1950616" cy="15451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30068" y="1237134"/>
            <a:ext cx="1608013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Reward High-Value Customers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830068" y="1708324"/>
            <a:ext cx="160801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loyalty tiers (Silver/Gold/Platinum) and exclusive offers to increase LTV.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7191" y="1094408"/>
            <a:ext cx="1950690" cy="15451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97067" y="1237134"/>
            <a:ext cx="1608088" cy="6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Promote Top-Rated &amp; Best-Sellers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897067" y="1909018"/>
            <a:ext cx="160808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high-rated items in campaigns to drive satisfaction and sales.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755925"/>
            <a:ext cx="1950616" cy="19274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995" y="2898651"/>
            <a:ext cx="1608013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Underperformers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695995" y="3369841"/>
            <a:ext cx="160801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Investigate products with high sales but low ratings for quality improvements.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63118" y="2755925"/>
            <a:ext cx="1950690" cy="19274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62994" y="2898651"/>
            <a:ext cx="1608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2762994" y="3169146"/>
            <a:ext cx="1608088" cy="137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demonstrated end-to-end analytics: cleaning, SQL analysis, and Power BI dashboarding to inform segmentation, inventory planning, and marketing strategy.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2026-08-02T05:38:33Z</dcterms:created>
  <dcterms:modified xsi:type="dcterms:W3CDTF">2026-08-02T05:38:33Z</dcterms:modified>
</cp:coreProperties>
</file>